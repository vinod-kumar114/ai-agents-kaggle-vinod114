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vinod-kumar114/AI-agents-kaggle-Vinod114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10680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STUDY PLANNER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776934"/>
            <a:ext cx="9571989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i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self-checking multi-agent system for realistic study schedules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1475" y="3414812"/>
            <a:ext cx="10868745" cy="1332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Vinod Kumar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Concierge Agents Track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5-Day AI Agents: Intensive Vibe Coding Course With Google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5418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Problem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14091"/>
            <a:ext cx="342594" cy="2740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171601"/>
            <a:ext cx="7084835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Students guess how much free time they have.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61475" y="2809478"/>
            <a:ext cx="10868745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study plan built on "I'll probably have a few hours a day" almost always breaks within a day or two, because it was never checked against anything real.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What's missing from most AI study planners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4141986"/>
            <a:ext cx="10868745" cy="20704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9891"/>
            <a:ext cx="5890569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Two Agents, Not One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366044"/>
            <a:ext cx="10868745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agent that both drafts a plan and grades its own plan has no real check on its own optimism. Splitting the roles forces an actual verification step.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24856"/>
            <a:ext cx="5127100" cy="759123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2946698"/>
            <a:ext cx="5127100" cy="75912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1475" y="3922812"/>
            <a:ext cx="3090388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planner_agent</a:t>
            </a:r>
            <a:endParaRPr lang="en-US" sz="1950" dirty="0"/>
          </a:p>
        </p:txBody>
      </p:sp>
      <p:sp>
        <p:nvSpPr>
          <p:cNvPr id="7" name="Text 3"/>
          <p:cNvSpPr/>
          <p:nvPr/>
        </p:nvSpPr>
        <p:spPr>
          <a:xfrm>
            <a:off x="661475" y="4290715"/>
            <a:ext cx="3090388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reviewer_agent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661475" y="4817765"/>
            <a:ext cx="10868745" cy="1480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1250"/>
              </a:spcAft>
              <a:buNone/>
            </a:pPr>
            <a:r>
              <a:rPr lang="en-US" sz="13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ADK LlmAgent</a:t>
            </a:r>
            <a:endParaRPr lang="en-US" sz="1300" dirty="0"/>
          </a:p>
          <a:p>
            <a:pPr algn="l" indent="0" marL="0">
              <a:lnSpc>
                <a:spcPct val="125000"/>
              </a:lnSpc>
              <a:spcAft>
                <a:spcPts val="125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Takes the goal + deadline and drafts a day-by-day study schedule - without worrying yet about whether the hours are realistic.</a:t>
            </a:r>
            <a:endParaRPr lang="en-US" sz="1300" dirty="0"/>
          </a:p>
          <a:p>
            <a:pPr algn="l" indent="0" marL="0">
              <a:lnSpc>
                <a:spcPct val="125000"/>
              </a:lnSpc>
              <a:spcAft>
                <a:spcPts val="1250"/>
              </a:spcAft>
              <a:buNone/>
            </a:pPr>
            <a:r>
              <a:rPr lang="en-US" sz="13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ADK LlmAgent + MCP tool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Calls a live MCP tool to check real free hours, then rewrites the plan so it actually fits - cutting topics instead of pretending the time exists.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0027"/>
            <a:ext cx="3489138" cy="359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Architecture</a:t>
            </a:r>
            <a:endParaRPr lang="en-US" sz="2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030188"/>
            <a:ext cx="647882" cy="7774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886545"/>
            <a:ext cx="1147833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Security guardrail - runs ONCE, before anything else. Unsafe requests skip the entire pipeline below.</a:t>
            </a:r>
            <a:endParaRPr lang="en-US" sz="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2113657"/>
            <a:ext cx="647882" cy="77747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1475" y="2996406"/>
            <a:ext cx="23372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planner_agent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661475" y="3317577"/>
            <a:ext cx="1147833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Drafts the day-by-day schedule</a:t>
            </a:r>
            <a:endParaRPr lang="en-US" sz="9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544689"/>
            <a:ext cx="647882" cy="77747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61475" y="4427438"/>
            <a:ext cx="23372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reviewer_agent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661475" y="4748609"/>
            <a:ext cx="1147833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Checks the draft against real hours</a:t>
            </a:r>
            <a:endParaRPr lang="en-US" sz="9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4975721"/>
            <a:ext cx="647882" cy="77747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61475" y="5858470"/>
            <a:ext cx="23372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MCP Server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661475" y="6179641"/>
            <a:ext cx="1147833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get_available_hours() - mock calendar tool, called live over stdio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2429"/>
            <a:ext cx="1971824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Live Test Results</a:t>
            </a:r>
            <a:endParaRPr lang="en-US" sz="1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799902"/>
            <a:ext cx="1526839" cy="1526877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2375793"/>
            <a:ext cx="1526839" cy="152687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1475" y="3951684"/>
            <a:ext cx="10868745" cy="263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spcAft>
                <a:spcPts val="35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 request</a:t>
            </a:r>
            <a:endParaRPr lang="en-US" sz="700" dirty="0"/>
          </a:p>
          <a:p>
            <a:pPr algn="l" indent="0" marL="0">
              <a:lnSpc>
                <a:spcPct val="99000"/>
              </a:lnSpc>
              <a:buNone/>
            </a:pPr>
            <a:r>
              <a:rPr lang="en-US" sz="7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"Learn enough SQL for a job interview" - 5 days</a:t>
            </a:r>
            <a:endParaRPr lang="en-US" sz="700" dirty="0"/>
          </a:p>
        </p:txBody>
      </p:sp>
      <p:sp>
        <p:nvSpPr>
          <p:cNvPr id="6" name="Text 2"/>
          <p:cNvSpPr/>
          <p:nvPr/>
        </p:nvSpPr>
        <p:spPr>
          <a:xfrm>
            <a:off x="661475" y="4280991"/>
            <a:ext cx="4377719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Planner drafted a plan needing </a:t>
            </a:r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25.5 hours</a:t>
            </a:r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 across 5 days.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661475" y="4468614"/>
            <a:ext cx="4823399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Reviewer called the MCP tool, found only </a:t>
            </a:r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15 hours</a:t>
            </a:r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 actually free.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661475" y="4704259"/>
            <a:ext cx="10868745" cy="42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spcAft>
                <a:spcPts val="35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was rewritten to fit inside the real 15 hours - lower-priority topics trimmed, nothing pretended.</a:t>
            </a:r>
            <a:endParaRPr lang="en-US" sz="700" dirty="0"/>
          </a:p>
          <a:p>
            <a:pPr algn="l" indent="0" marL="0">
              <a:lnSpc>
                <a:spcPct val="99000"/>
              </a:lnSpc>
              <a:spcAft>
                <a:spcPts val="35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Unsafe request - blocked</a:t>
            </a:r>
            <a:endParaRPr lang="en-US" sz="700" dirty="0"/>
          </a:p>
          <a:p>
            <a:pPr algn="l" indent="0" marL="0">
              <a:lnSpc>
                <a:spcPct val="99000"/>
              </a:lnSpc>
              <a:buNone/>
            </a:pPr>
            <a:r>
              <a:rPr lang="en-US" sz="7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"I want to study 40 hours a day" - 3 days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661475" y="5190034"/>
            <a:ext cx="3160038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Guardrail fired </a:t>
            </a:r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before either agent ran.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661475" y="5425678"/>
            <a:ext cx="10868745" cy="889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spcAft>
                <a:spcPts val="35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ONE output event, authored by the pipeline itself. No planner_agent call, no reviewer_agent call, no MCP tool call.</a:t>
            </a:r>
            <a:endParaRPr lang="en-US" sz="700" dirty="0"/>
          </a:p>
          <a:p>
            <a:pPr algn="l" indent="0" marL="0">
              <a:lnSpc>
                <a:spcPct val="99000"/>
              </a:lnSpc>
              <a:spcAft>
                <a:spcPts val="350"/>
              </a:spcAft>
              <a:buNone/>
            </a:pPr>
            <a:r>
              <a:rPr lang="en-US" sz="7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 and fixed a real bug here: an earlier version blocked planner_agent but let reviewer_agent run anyway. Moving the check to run once, on the whole pipeline, fixed it.</a:t>
            </a:r>
            <a:endParaRPr lang="en-US" sz="700" dirty="0"/>
          </a:p>
          <a:p>
            <a:pPr algn="l" indent="0" marL="0">
              <a:lnSpc>
                <a:spcPct val="99000"/>
              </a:lnSpc>
              <a:spcAft>
                <a:spcPts val="35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[reviewer_agent] -&gt; calling tool: get_available_hours</a:t>
            </a:r>
            <a:endParaRPr lang="en-US" sz="700" dirty="0"/>
          </a:p>
          <a:p>
            <a:pPr algn="l" indent="0" marL="0">
              <a:lnSpc>
                <a:spcPct val="99000"/>
              </a:lnSpc>
              <a:spcAft>
                <a:spcPts val="35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[reviewer_agent] &lt;- total_available_hours: 15</a:t>
            </a:r>
            <a:endParaRPr lang="en-US" sz="700" dirty="0"/>
          </a:p>
          <a:p>
            <a:pPr algn="l" indent="0" marL="0">
              <a:lnSpc>
                <a:spcPct val="99000"/>
              </a:lnSpc>
              <a:spcAft>
                <a:spcPts val="35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[study_planner_pipeline]</a:t>
            </a:r>
            <a:endParaRPr lang="en-US" sz="700" dirty="0"/>
          </a:p>
          <a:p>
            <a:pPr algn="l" indent="0" marL="0">
              <a:lnSpc>
                <a:spcPct val="99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"40 hours a day isn't realistic..."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0746"/>
            <a:ext cx="6536368" cy="401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Concepts Demonstrated &amp; Tech Stack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61475" y="1405434"/>
            <a:ext cx="10868745" cy="3368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Concept</a:t>
            </a:r>
            <a:endParaRPr lang="en-US" sz="1250" dirty="0"/>
          </a:p>
          <a:p>
            <a:pPr algn="l" indent="0" marL="0">
              <a:lnSpc>
                <a:spcPct val="123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Where it happens</a:t>
            </a:r>
            <a:endParaRPr lang="en-US" sz="1250" dirty="0"/>
          </a:p>
          <a:p>
            <a:pPr algn="l" indent="0" marL="0">
              <a:lnSpc>
                <a:spcPct val="123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Multi-agent system (ADK)</a:t>
            </a:r>
            <a:endParaRPr lang="en-US" sz="1250" dirty="0"/>
          </a:p>
          <a:p>
            <a:pPr algn="l" indent="0" marL="0">
              <a:lnSpc>
                <a:spcPct val="123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SequentialAgent chaining planner_agent -&gt; reviewer_agent</a:t>
            </a:r>
            <a:endParaRPr lang="en-US" sz="1250" dirty="0"/>
          </a:p>
          <a:p>
            <a:pPr algn="l" indent="0" marL="0">
              <a:lnSpc>
                <a:spcPct val="123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Server</a:t>
            </a:r>
            <a:endParaRPr lang="en-US" sz="1250" dirty="0"/>
          </a:p>
          <a:p>
            <a:pPr algn="l" indent="0" marL="0">
              <a:lnSpc>
                <a:spcPct val="123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Standalone server exposing get_available_hours, called live via McpToolset</a:t>
            </a:r>
            <a:endParaRPr lang="en-US" sz="1250" dirty="0"/>
          </a:p>
          <a:p>
            <a:pPr algn="l" indent="0" marL="0">
              <a:lnSpc>
                <a:spcPct val="123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guardrail</a:t>
            </a:r>
            <a:endParaRPr lang="en-US" sz="1250" dirty="0"/>
          </a:p>
          <a:p>
            <a:pPr algn="l" indent="0" marL="0">
              <a:lnSpc>
                <a:spcPct val="123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before_agent_callback on the pipeline - blocks both agents at once, verified live</a:t>
            </a:r>
            <a:endParaRPr lang="en-US" sz="12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with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61475" y="4927302"/>
            <a:ext cx="10868745" cy="808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ADK (Agent Development Kit) - multi-agent pipeline + callbacks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Official MCP Python SDK - the calendar server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 2.5 Flash - underlying model for both agents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61475" y="5889526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API keys are hardcoded anywhere - read from Kaggle Secrets / environment variables.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358727"/>
            <a:ext cx="10868745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 agent is only as trustworthy as the checks it runs on itself.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3681710"/>
            <a:ext cx="10868745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Thanks for watching.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u="sng" dirty="0">
                <a:solidFill>
                  <a:srgbClr val="6A70C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- vinod-kumar114/AI-agents-kaggle-Vinod114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6A70C8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2026-07-06T19:55:31Z</dcterms:created>
  <dcterms:modified xsi:type="dcterms:W3CDTF">2026-07-06T19:55:31Z</dcterms:modified>
</cp:coreProperties>
</file>